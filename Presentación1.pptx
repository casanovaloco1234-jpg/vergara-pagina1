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6793E-0D2F-4514-9A5E-E0AFDCE3F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9AEFBE-61FB-4351-A8E2-2F4C1BFA8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29E19C-15B8-402D-8DEE-5EECE585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C4014-8993-4550-91CE-94ED8214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1BFDF4-9D55-4D87-8949-C5C7C464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632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CF4EF-FD34-4F31-98AE-D6DCBFBE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A4C0E4-6DB8-4A1C-B777-82821C18F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922E6E-5884-4D70-B4D7-DFA06AFC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93C7EF-C0F4-4E01-8C0D-794AD870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C46535-6974-4A34-9500-E71ADBA6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899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10AC8-1A0F-4C0A-A209-5A7C594E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75C3B8-8F22-40E2-8712-FBC46CFE0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CB1AF-48DE-4EDB-8989-6B9F15D1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A50DD-82C4-4AF4-8602-A285E426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40F775-3C93-4540-B0E3-8F965C02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56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5A5A0-251C-42F7-92D5-2AE081D2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FF0487-1D07-42CA-999E-588D8B7E0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F270FC-6400-4AE6-AFF7-4619E7D0F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C5DA6A-ED70-4C16-8BD8-7CCD5278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5F0637-C5BB-4606-B5A7-0357255B6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E2CD70-3F59-42B0-80AB-9865AA12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19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CA7CB-72CE-4B4F-B123-1BF75A80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C8DB71-EEA4-4437-8949-441480F6C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69249F-684B-4DC3-9F11-0DD7026E9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E7E39D-8F1F-4C80-847A-4269800E5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B1B081-36EE-4EC3-8317-D28424651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325B22-503D-4543-A4B8-0E1262C91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7064FC-3486-4D4C-96C3-C9CDD6FA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5A31A6-228A-4F88-8133-44DC9D65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9429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0A7F9-AC08-421E-8A95-C6D97131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A9E58B-4175-4E1F-B1B9-B0274B52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3FC724-A9FC-4F30-BDF5-0A20C617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74DBE7-B5B3-41BA-A482-6F70BCE8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02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96ACAE-C85D-4A0C-B579-1BC3FC03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33ACD1-5C47-460A-BD23-AE10E49F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AAFD37-F594-4E92-888C-F206759D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394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4D274-2E6B-47C9-8AFC-CA78BC64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02660F-3F91-4EB5-B0FC-C7A6E580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E09B6B-6571-4C4C-AD7B-D8E61A9AD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5B4B31-B297-4B52-8D4D-E3F33713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8C3634-9735-49F3-89C5-5FB51BA8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A13880-DF2D-41B3-850C-8120B1FC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66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286AE-B53D-46EB-9C3E-BCD9AD26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EE2BB7-9BC4-4A19-90C1-C40180BD9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4ED644-BFE5-4C0A-9529-5EEDD3142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2C70EC-4FC8-4A9C-99C7-21378765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C194DE-15FF-42A9-A136-EC3BF04D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A0D033-0363-4DB9-B792-B5F46089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585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47D0F-0C3E-492D-9CC0-8AADA08C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B9581C-8378-4521-91D7-1EC85A106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D5515C-528D-477C-B0CE-2000A3DF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FA49A-6C85-4A9C-87E0-822800CA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35D1D-3442-4DA9-8BEC-CD6EB2A0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26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143E7B-9C48-4A1D-917D-EE79F7B59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10007D-3ECA-46BA-A5DC-8F4F86171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758E17-9008-4EE3-AF8E-57AF2D28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2F7B60-92FF-41C5-8DE1-1520F118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53755-85FC-4B82-A7F7-51EE3C72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53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963FFF-FED7-4AD7-B131-2CC92575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D3784E-18A8-4876-973E-8F473522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F414A7-9527-4C4C-A78A-474F579EB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51CFA-A024-41B6-BAAA-A4FA5410CAEB}" type="datetimeFigureOut">
              <a:rPr lang="es-PE" smtClean="0"/>
              <a:t>2/10/2025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FABF4-3286-4598-BCBD-6C93E6F0F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D6F5D0-B0DB-42CA-BC2F-48D2AFCAA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1BD6-FDF9-4AEF-B064-2CCCAF6CDDC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236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617C6-D765-47C6-BBE9-9C81EF79D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93E4EB-ADAF-49F6-A0F8-8A5134412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DB2516-2E42-4AAB-8625-5EA063682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748"/>
            <a:ext cx="12192000" cy="324101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8E32D15-9A6C-4597-9C49-AA3DB5CD2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708" y="2133700"/>
            <a:ext cx="912915" cy="2519362"/>
          </a:xfrm>
          <a:prstGeom prst="rect">
            <a:avLst/>
          </a:prstGeom>
        </p:spPr>
      </p:pic>
      <p:pic>
        <p:nvPicPr>
          <p:cNvPr id="1026" name="Picture 2" descr="Gloria Leche Evaporada 390g">
            <a:extLst>
              <a:ext uri="{FF2B5EF4-FFF2-40B4-BE49-F238E27FC236}">
                <a16:creationId xmlns:a16="http://schemas.microsoft.com/office/drawing/2014/main" id="{B4B16462-FE1A-486A-95ED-954A8FD5A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885" y="2031669"/>
            <a:ext cx="2815167" cy="281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F65491F6-BDCC-4AC6-8EDD-843644FC9031}"/>
              </a:ext>
            </a:extLst>
          </p:cNvPr>
          <p:cNvSpPr/>
          <p:nvPr/>
        </p:nvSpPr>
        <p:spPr>
          <a:xfrm>
            <a:off x="5599325" y="2316163"/>
            <a:ext cx="47498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i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Gloria</a:t>
            </a:r>
          </a:p>
          <a:p>
            <a:pPr algn="ctr"/>
            <a:r>
              <a:rPr lang="es-ES" sz="2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s-ES" sz="1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Leche Evaporada </a:t>
            </a:r>
          </a:p>
          <a:p>
            <a:pPr algn="ctr"/>
            <a:r>
              <a:rPr lang="es-ES" sz="1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390 g</a:t>
            </a:r>
            <a:endParaRPr lang="es-ES" sz="1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5902217-41E4-4D28-B694-0EFB0965E6A3}"/>
              </a:ext>
            </a:extLst>
          </p:cNvPr>
          <p:cNvSpPr txBox="1"/>
          <p:nvPr/>
        </p:nvSpPr>
        <p:spPr>
          <a:xfrm>
            <a:off x="1308100" y="2331257"/>
            <a:ext cx="61552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i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ALPA</a:t>
            </a:r>
          </a:p>
          <a:p>
            <a:pPr algn="ctr"/>
            <a:r>
              <a:rPr lang="es-ES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s-E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Aceite Premium </a:t>
            </a:r>
          </a:p>
          <a:p>
            <a:pPr algn="ctr"/>
            <a:r>
              <a:rPr lang="es-ES" sz="1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900ml</a:t>
            </a:r>
          </a:p>
        </p:txBody>
      </p:sp>
    </p:spTree>
    <p:extLst>
      <p:ext uri="{BB962C8B-B14F-4D97-AF65-F5344CB8AC3E}">
        <p14:creationId xmlns:p14="http://schemas.microsoft.com/office/powerpoint/2010/main" val="906275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casanova</dc:creator>
  <cp:lastModifiedBy>jose casanova</cp:lastModifiedBy>
  <cp:revision>3</cp:revision>
  <dcterms:created xsi:type="dcterms:W3CDTF">2025-10-02T05:27:59Z</dcterms:created>
  <dcterms:modified xsi:type="dcterms:W3CDTF">2025-10-02T05:40:08Z</dcterms:modified>
</cp:coreProperties>
</file>